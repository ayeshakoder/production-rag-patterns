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 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Continuous automated validation for enterprise AI</a:t>
            </a:r>
          </a:p>
          <a:p>
            <a:pPr>
              <a:spcAft>
                <a:spcPts val="1400"/>
              </a:spcAft>
              <a:defRPr sz="1800"/>
            </a:pPr>
            <a:r>
              <a:t>• Protects against systemic model drift, bias, and compliance failure</a:t>
            </a:r>
          </a:p>
          <a:p>
            <a:pPr>
              <a:spcAft>
                <a:spcPts val="1400"/>
              </a:spcAft>
              <a:defRPr sz="1800"/>
            </a:pPr>
            <a:r>
              <a:t>• Seamless API-driven integration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Core Strategic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Algorithmic Rigor: Deep mathematical slicing checks</a:t>
            </a:r>
          </a:p>
          <a:p>
            <a:pPr>
              <a:spcAft>
                <a:spcPts val="1400"/>
              </a:spcAft>
              <a:defRPr sz="1800"/>
            </a:pPr>
            <a:r>
              <a:t>• Regulatory Readiness: Maps directly to EU AI Act and global frameworks</a:t>
            </a:r>
          </a:p>
          <a:p>
            <a:pPr>
              <a:spcAft>
                <a:spcPts val="1400"/>
              </a:spcAft>
              <a:defRPr sz="1800"/>
            </a:pPr>
            <a:r>
              <a:t>• Developer First: Native integration into CI/CD build scripts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Data Flow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Inference payloads pass through zero-trust secure enclaves</a:t>
            </a:r>
          </a:p>
          <a:p>
            <a:pPr>
              <a:spcAft>
                <a:spcPts val="1400"/>
              </a:spcAft>
              <a:defRPr sz="1800"/>
            </a:pPr>
            <a:r>
              <a:t>• Statistical drift weights are calculated entirely in-memory</a:t>
            </a:r>
          </a:p>
          <a:p>
            <a:pPr>
              <a:spcAft>
                <a:spcPts val="1400"/>
              </a:spcAft>
              <a:defRPr sz="1800"/>
            </a:pPr>
            <a:r>
              <a:t>• Cryptographic evaluation receipts are committed to secure ledgers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